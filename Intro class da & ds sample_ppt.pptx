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4" r:id="rId4"/>
    <p:sldId id="263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1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2F940-86F1-40FC-A5DC-2E0F9348B050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892B-E810-4F5E-A0D5-604022969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88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2F940-86F1-40FC-A5DC-2E0F9348B050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892B-E810-4F5E-A0D5-604022969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49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2F940-86F1-40FC-A5DC-2E0F9348B050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892B-E810-4F5E-A0D5-604022969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99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2F940-86F1-40FC-A5DC-2E0F9348B050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892B-E810-4F5E-A0D5-604022969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6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2F940-86F1-40FC-A5DC-2E0F9348B050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892B-E810-4F5E-A0D5-604022969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2F940-86F1-40FC-A5DC-2E0F9348B050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892B-E810-4F5E-A0D5-604022969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19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2F940-86F1-40FC-A5DC-2E0F9348B050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892B-E810-4F5E-A0D5-604022969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41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2F940-86F1-40FC-A5DC-2E0F9348B050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892B-E810-4F5E-A0D5-604022969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27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2F940-86F1-40FC-A5DC-2E0F9348B050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892B-E810-4F5E-A0D5-604022969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6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2F940-86F1-40FC-A5DC-2E0F9348B050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892B-E810-4F5E-A0D5-604022969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22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2F940-86F1-40FC-A5DC-2E0F9348B050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892B-E810-4F5E-A0D5-604022969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137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02F940-86F1-40FC-A5DC-2E0F9348B050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D892B-E810-4F5E-A0D5-604022969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565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Data Science And  Analytics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027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Science</a:t>
            </a:r>
            <a:r>
              <a:rPr lang="en-IN" b="1" dirty="0" smtClean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 smtClean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74C9C60-4B7F-871C-D84C-146318F62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063" y="1546013"/>
            <a:ext cx="4049682" cy="374170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1690688"/>
            <a:ext cx="6096000" cy="30008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is an interdisciplinary field.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combines statistics, programming, and domain expertise.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in analyzing and interpreting complex data.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data-driven decision-making in businesses.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Involves collecting, processing, analyzing, and interpreting data.</a:t>
            </a:r>
            <a:endParaRPr lang="en-US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57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D840A64C-377B-16E3-7B90-299315CCDA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for Data Science Process</a:t>
            </a:r>
            <a:endParaRPr lang="en-IN" sz="2800" b="1" dirty="0">
              <a:solidFill>
                <a:srgbClr val="E669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F321D7C0-77E0-C286-12ED-76453B1E7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502" y="1690688"/>
            <a:ext cx="9106995" cy="442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466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83268"/>
          </a:xfrm>
        </p:spPr>
        <p:txBody>
          <a:bodyPr>
            <a:normAutofit fontScale="90000"/>
          </a:bodyPr>
          <a:lstStyle/>
          <a:p>
            <a:pPr>
              <a:lnSpc>
                <a:spcPct val="170000"/>
              </a:lnSpc>
            </a:pPr>
            <a:r>
              <a:rPr lang="en-US" sz="4800" b="1" dirty="0" smtClean="0">
                <a:solidFill>
                  <a:srgbClr val="EC75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US" b="1" dirty="0" smtClean="0">
                <a:solidFill>
                  <a:srgbClr val="EC75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Technologies in Data Science </a:t>
            </a:r>
            <a:endParaRPr lang="en-US" b="1" dirty="0">
              <a:solidFill>
                <a:srgbClr val="EC75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02" y="1467226"/>
            <a:ext cx="10280591" cy="525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641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07D0A26B-A895-2817-7901-8728705218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dirty="0" smtClean="0">
                <a:solidFill>
                  <a:srgbClr val="E669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lang="en-IN" sz="2800" b="1" i="0" dirty="0" smtClean="0">
                <a:solidFill>
                  <a:srgbClr val="E669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Data Science</a:t>
            </a:r>
            <a:endParaRPr lang="en-IN" sz="2800" b="1" dirty="0">
              <a:solidFill>
                <a:srgbClr val="E669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375" y="1822282"/>
            <a:ext cx="10055165" cy="387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99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 smtClean="0">
                <a:solidFill>
                  <a:srgbClr val="E66914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Applications</a:t>
            </a:r>
            <a:r>
              <a:rPr lang="en-IN" b="1" dirty="0" smtClean="0">
                <a:solidFill>
                  <a:srgbClr val="E66914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of Data Science</a:t>
            </a:r>
            <a:endParaRPr lang="en-IN" dirty="0">
              <a:solidFill>
                <a:srgbClr val="E669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4" descr="20 Essential Data Science Applications &amp; Examples | Jaro Education">
            <a:extLst>
              <a:ext uri="{FF2B5EF4-FFF2-40B4-BE49-F238E27FC236}">
                <a16:creationId xmlns="" xmlns:a16="http://schemas.microsoft.com/office/drawing/2014/main" id="{413ABD64-AB37-AB8B-30CC-A5B9EBE89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235" y="1690688"/>
            <a:ext cx="9073529" cy="449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421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</a:t>
            </a:r>
            <a:r>
              <a:rPr lang="en-US" sz="4800" b="1" dirty="0" smtClean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Becoming</a:t>
            </a:r>
            <a:r>
              <a:rPr lang="en-US" b="1" dirty="0" smtClean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Data Scientist</a:t>
            </a:r>
            <a:br>
              <a:rPr lang="en-US" b="1" dirty="0" smtClean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777" y="1411609"/>
            <a:ext cx="6769096" cy="465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27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9A37BE34-FAAD-5A9C-B783-B37255D1EB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8571" y="-153902"/>
            <a:ext cx="10515600" cy="1325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E66914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 Science - Career Path</a:t>
            </a:r>
            <a:endParaRPr lang="en-IN" sz="3200" dirty="0">
              <a:solidFill>
                <a:srgbClr val="E669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 descr="https://cdn.discordapp.com/attachments/1287668868743168001/1357248847033929788/image.png?ex=67ef83fd&amp;is=67ee327d&amp;hm=a0ce0c82b0ec06051bfefce8031b422885c420a759fb0b50dfadc3f86543eed1&amp;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697" y="1022032"/>
            <a:ext cx="8690340" cy="539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7491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D840A64C-377B-16E3-7B90-299315CCDA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327" y="0"/>
            <a:ext cx="10515600" cy="1325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IN" sz="2800" b="1" dirty="0" smtClean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Data Analytics</a:t>
            </a:r>
            <a:endParaRPr lang="en-IN" sz="2800" b="1" dirty="0">
              <a:solidFill>
                <a:srgbClr val="E669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5327" y="1232477"/>
            <a:ext cx="10981346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analyzing raw data to find trends, patterns, and insights for decision-making</a:t>
            </a:r>
            <a:r>
              <a:rPr lang="en-US" sz="2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2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</a:t>
            </a:r>
            <a:r>
              <a:rPr lang="en-US" sz="2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Needed?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Improves 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– Helps businesses make data-driven and informed decisions.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Enhances 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 – Optimizes processes, reduces costs, and boosts productivity.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Identifies 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Trends &amp; Risks – Detects patterns, predicts future trends, and mitigates risks.</a:t>
            </a:r>
          </a:p>
          <a:p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394" y="3810721"/>
            <a:ext cx="7459466" cy="272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68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4800" b="1" dirty="0" smtClean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Analyst</a:t>
            </a:r>
            <a:r>
              <a:rPr lang="en-US" b="1" dirty="0" smtClean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Vs. Data Scientist</a:t>
            </a:r>
            <a:br>
              <a:rPr lang="en-US" b="1" dirty="0" smtClean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139" y="1690688"/>
            <a:ext cx="9351722" cy="400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86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 Analytics</a:t>
            </a:r>
            <a:endParaRPr lang="en-US" dirty="0">
              <a:solidFill>
                <a:srgbClr val="E66914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828" y="1690688"/>
            <a:ext cx="9903767" cy="419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42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3200" b="1" dirty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r>
              <a:rPr lang="en-US" sz="2800" b="1" dirty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Process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393" y="1690688"/>
            <a:ext cx="10246407" cy="38985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793" y="1843088"/>
            <a:ext cx="10246407" cy="389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35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578449" y="278356"/>
            <a:ext cx="44131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Analyst Road Map</a:t>
            </a:r>
            <a:endParaRPr lang="en-US" sz="3200" b="1" dirty="0">
              <a:solidFill>
                <a:srgbClr val="E669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058" y="1449402"/>
            <a:ext cx="6169793" cy="511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276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13826" y="397141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 smtClean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Data Analytics</a:t>
            </a:r>
            <a:r>
              <a:rPr lang="en-US" sz="3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/>
          </a:p>
        </p:txBody>
      </p:sp>
      <p:sp>
        <p:nvSpPr>
          <p:cNvPr id="3" name="Rectangle 2"/>
          <p:cNvSpPr/>
          <p:nvPr/>
        </p:nvSpPr>
        <p:spPr>
          <a:xfrm>
            <a:off x="925901" y="1965240"/>
            <a:ext cx="7666007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Customers Trends and Behaviors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Analyze,interpret and deliver data in meaningful ways.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business productivity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effective decision - making </a:t>
            </a:r>
            <a:endParaRPr lang="en-US" sz="2300" b="1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443" y="3344894"/>
            <a:ext cx="3678717" cy="265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413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94797" y="303705"/>
            <a:ext cx="78453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E66914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 </a:t>
            </a:r>
            <a:r>
              <a:rPr lang="en-IN" sz="3200" b="1" dirty="0" smtClean="0">
                <a:solidFill>
                  <a:srgbClr val="E66914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analyst </a:t>
            </a:r>
            <a:r>
              <a:rPr lang="en-IN" sz="3200" b="1" dirty="0">
                <a:solidFill>
                  <a:srgbClr val="E66914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Career Path</a:t>
            </a:r>
            <a:endParaRPr lang="en-IN" sz="3200" dirty="0">
              <a:solidFill>
                <a:srgbClr val="E669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32" y="1514863"/>
            <a:ext cx="11043233" cy="452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432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94797" y="303705"/>
            <a:ext cx="78453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E669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200" b="1" dirty="0">
              <a:solidFill>
                <a:srgbClr val="E669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1131722" y="1654417"/>
            <a:ext cx="10356644" cy="3793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Learned key concepts of 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and analytics</a:t>
            </a:r>
            <a:r>
              <a:rPr 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with 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like Python, SQL, and Power BI</a:t>
            </a:r>
            <a:r>
              <a:rPr 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Explored real-world 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and industry use cases</a:t>
            </a:r>
            <a:r>
              <a:rPr 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power of 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decision-making</a:t>
            </a:r>
            <a:r>
              <a:rPr 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Encouraged to keep learning and apply skills to 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projects</a:t>
            </a:r>
            <a:r>
              <a:rPr 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3293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476" y="234920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>
                <a:latin typeface="+mn-lt"/>
              </a:rPr>
              <a:t>Thank you!!!!</a:t>
            </a:r>
            <a:endParaRPr lang="en-US" sz="4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08249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254</Words>
  <Application>Microsoft Office PowerPoint</Application>
  <PresentationFormat>Widescreen</PresentationFormat>
  <Paragraphs>36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Times New Roman</vt:lpstr>
      <vt:lpstr>Wingdings</vt:lpstr>
      <vt:lpstr>Office Theme</vt:lpstr>
      <vt:lpstr>Fundamentals of Data Science And  Analytics</vt:lpstr>
      <vt:lpstr>What is Data Science </vt:lpstr>
      <vt:lpstr>Summary for Data Science Process</vt:lpstr>
      <vt:lpstr>Tools And Technologies in Data Science </vt:lpstr>
      <vt:lpstr>Benefits of Data Science</vt:lpstr>
      <vt:lpstr>Applications of Data Science</vt:lpstr>
      <vt:lpstr>How to Becoming a Data Scientist </vt:lpstr>
      <vt:lpstr>Data Science - Career Path</vt:lpstr>
      <vt:lpstr>What is Data Analytics</vt:lpstr>
      <vt:lpstr>Data Analyst Vs. Data Scientist </vt:lpstr>
      <vt:lpstr>Types of Data Analytics</vt:lpstr>
      <vt:lpstr>Data Analytics Process</vt:lpstr>
      <vt:lpstr>PowerPoint Presentation</vt:lpstr>
      <vt:lpstr>PowerPoint Presentation</vt:lpstr>
      <vt:lpstr>PowerPoint Presentation</vt:lpstr>
      <vt:lpstr>PowerPoint Presentation</vt:lpstr>
      <vt:lpstr>Thank you!!!!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Data Science And  Analytics</dc:title>
  <dc:creator>HP</dc:creator>
  <cp:lastModifiedBy>HP</cp:lastModifiedBy>
  <cp:revision>2</cp:revision>
  <dcterms:created xsi:type="dcterms:W3CDTF">2026-04-03T13:15:16Z</dcterms:created>
  <dcterms:modified xsi:type="dcterms:W3CDTF">2026-04-03T13:21:17Z</dcterms:modified>
</cp:coreProperties>
</file>